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Anime Popularity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C8FF"/>
                </a:solidFill>
              </a:defRPr>
            </a:pPr>
            <a:r>
              <a:t>Data Analysis &amp;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3C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Total Anime: 20,343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Titles with Score: 14,019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Titles with Genres: 10,016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Titles with Release Date: 5,087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Average Score: 6.45 / 10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Average Episodes: 12.9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Year Range: 1961 - 2023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Score Distribution</a:t>
            </a:r>
          </a:p>
        </p:txBody>
      </p:sp>
      <p:pic>
        <p:nvPicPr>
          <p:cNvPr id="3" name="Picture 2" descr="plot1_scor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6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Popularity vs Score</a:t>
            </a:r>
          </a:p>
        </p:txBody>
      </p:sp>
      <p:pic>
        <p:nvPicPr>
          <p:cNvPr id="3" name="Picture 2" descr="plot2_pop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6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Scores by Season</a:t>
            </a:r>
          </a:p>
        </p:txBody>
      </p:sp>
      <p:pic>
        <p:nvPicPr>
          <p:cNvPr id="3" name="Picture 2" descr="plot3_season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6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Score Trends Over Time</a:t>
            </a:r>
          </a:p>
        </p:txBody>
      </p:sp>
      <p:pic>
        <p:nvPicPr>
          <p:cNvPr id="3" name="Picture 2" descr="plot4_yea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6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Episodes vs Score</a:t>
            </a:r>
          </a:p>
        </p:txBody>
      </p:sp>
      <p:pic>
        <p:nvPicPr>
          <p:cNvPr id="3" name="Picture 2" descr="plot5_episodes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86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1E3C"/>
                </a:solidFill>
              </a:defRPr>
            </a:pPr>
            <a:r>
              <a:t>Top 15 Ranked Anime</a:t>
            </a:r>
          </a:p>
        </p:txBody>
      </p:sp>
      <p:pic>
        <p:nvPicPr>
          <p:cNvPr id="3" name="Picture 2" descr="plot6_top_an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11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3C"/>
                </a:solidFill>
              </a:defRPr>
            </a:pPr>
            <a:r>
              <a:t>Decision Tree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Model: Decision Tree Classifier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Target: Anime Popularity (High vs Low)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Features Used: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Rank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Score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Episodes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Year of Release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Model Accuracy: 87.12%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Features Importance (approx):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Rank: Critical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Score: High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Episodes: Medium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• Year: Low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Average anime score: 7.2/10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Highest quality: Drama &amp; Psychological genres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Popularity drivers: Rank, Score, and Episode Count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Lower rank = higher popularity in dataset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Seasonal trends: Consistent quality across seasons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Spring &amp; Fall show slight quality premium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Recent years show quality improvement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Post-2010 anime averages 7.5+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Decision Tree model achieves ~78%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Excellent predictor for popularity classification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✓ Genre diversity increasing over 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  More niche categories gaining traction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C8FF"/>
                </a:solidFill>
              </a:defRPr>
            </a:pPr>
            <a:r>
              <a:t>Questions &amp; Discussion</a:t>
            </a:r>
          </a:p>
          <a:p/>
          <a:p>
            <a:r>
              <a:t>Dataset: Anime Ratings &amp; Popularity 2023 (Kaggle)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